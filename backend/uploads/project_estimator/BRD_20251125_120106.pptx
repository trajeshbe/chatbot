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Create Business Requirement Document and Cost Estimation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2025-11-25 12:01:06</a:t>
            </a:r>
          </a:p>
          <a:p>
            <a:r>
              <a:t>Project Type: POC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